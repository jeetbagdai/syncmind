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Distillation Unit Inspection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Detailed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Heat Exchangers (HX-101 to HX-104): No significant fouling detected. Thickness readings are within the 2mm corrosion allowance.</a:t>
            </a:r>
          </a:p>
          <a:p>
            <a:pPr>
              <a:defRPr sz="1600"/>
            </a:pPr>
            <a:r>
              <a:t>Piping Network (Line L-205): Minor surface oxidation observed on the external insulation cladding. Recommended for painting in Q4.</a:t>
            </a:r>
          </a:p>
          <a:p>
            <a:pPr>
              <a:defRPr sz="1600"/>
            </a:pPr>
            <a:r>
              <a:t>Valves and Instrumentation: Valve A-403 (HP Steam line) showed signs of micro-fissures on the upstream flange during dye-penetrant testing. Acoustic emission sensor indicated a faint internal bypass leak when fully closed.</a:t>
            </a:r>
          </a:p>
          <a:p>
            <a:pPr>
              <a:defRPr sz="1600"/>
            </a:pPr>
            <a:r>
              <a:t>Action Items: Schedule immediate replacement of Valve A-403 as per SOP-MRPL-402. Order 2 units of A-403 valves from vendor (Larsen &amp; Toubro).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